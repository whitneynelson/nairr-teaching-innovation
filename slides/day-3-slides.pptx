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62633"/>
                </a:solidFill>
              </a:defRPr>
            </a:pPr>
            <a:r>
              <a:t>Day 3</a:t>
            </a:r>
          </a:p>
          <a:p>
            <a:pPr>
              <a:defRPr sz="2600">
                <a:solidFill>
                  <a:srgbClr val="2B2523"/>
                </a:solidFill>
              </a:defRPr>
            </a:pPr>
            <a:r>
              <a:t>Module Builder Continues + HPC Hands-On</a:t>
            </a:r>
          </a:p>
          <a:p>
            <a:pPr>
              <a:defRPr sz="1600">
                <a:solidFill>
                  <a:srgbClr val="5E1A24"/>
                </a:solidFill>
              </a:defRPr>
            </a:pPr>
            <a:r>
              <a:t>Wednesday, July 29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2743200" cy="5080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Today's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10:00 – 10:15 AM — Daily agenda review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10:15 – 10:30 AM — Dataset discovery for HPC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10:30 – 11:30 AM — Module Builder Part 2: quiz + assignment material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11:30 – 12:30 PM — Walkthrough: moving data onto HPC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12:30 – 1:30 PM — Lunch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1:30 – 2:30 PM — HPC Acclimation Modules 2-3 (Jupyter via idev, monitoring jobs)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Evening — Beach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Build your quiz with answer key (private toolkit)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Build assignment supplementary material (public course site)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Move your dataset onto TACC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Run an interactive Jupyter session via idev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Learn to read and monitor job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