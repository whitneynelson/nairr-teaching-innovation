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862633"/>
                </a:solidFill>
              </a:defRPr>
            </a:pPr>
            <a:r>
              <a:t>Day 5</a:t>
            </a:r>
          </a:p>
          <a:p>
            <a:pPr>
              <a:defRPr sz="2600">
                <a:solidFill>
                  <a:srgbClr val="2B2523"/>
                </a:solidFill>
              </a:defRPr>
            </a:pPr>
            <a:r>
              <a:t>Publish, Share, Plan, and Sustain</a:t>
            </a:r>
          </a:p>
          <a:p>
            <a:pPr>
              <a:defRPr sz="1600">
                <a:solidFill>
                  <a:srgbClr val="5E1A24"/>
                </a:solidFill>
              </a:defRPr>
            </a:pPr>
            <a:r>
              <a:t>Friday, July 31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194560"/>
            <a:ext cx="2743200" cy="50800"/>
          </a:xfrm>
          <a:prstGeom prst="rect">
            <a:avLst/>
          </a:prstGeom>
          <a:solidFill>
            <a:srgbClr val="86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86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Today's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10:00 – 10:15 AM — Daily agenda review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10:15 – 11:00 AM — Publish your course site; reuse the template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11:15 AM – 12:00 PM — Building your 90-day implementation plan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12:30 – 1:30 PM — Lunch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1:30 – 2:00 PM — Using NAIRR resources beyond this week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2:00 – 2:30 PM — Program evaluation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2:30 – 2:55 PM — Final checklist review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2:55 – 3:00 PM — Closing remarks &amp; group picture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86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You'll Build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B2523"/>
                </a:solidFill>
              </a:defRPr>
            </a:pPr>
            <a:r>
              <a:t>•  Run the pre-publish leak check on course-site</a:t>
            </a:r>
          </a:p>
          <a:p>
            <a:pPr>
              <a:spcAft>
                <a:spcPts val="800"/>
              </a:spcAft>
              <a:defRPr sz="1700">
                <a:solidFill>
                  <a:srgbClr val="2B2523"/>
                </a:solidFill>
              </a:defRPr>
            </a:pPr>
            <a:r>
              <a:t>•  Turn on GitHub Pages and verify the live site</a:t>
            </a:r>
          </a:p>
          <a:p>
            <a:pPr>
              <a:spcAft>
                <a:spcPts val="800"/>
              </a:spcAft>
              <a:defRPr sz="1700">
                <a:solidFill>
                  <a:srgbClr val="2B2523"/>
                </a:solidFill>
              </a:defRPr>
            </a:pPr>
            <a:r>
              <a:t>•  Confirm both repos are set as GitHub templates</a:t>
            </a:r>
          </a:p>
          <a:p>
            <a:pPr>
              <a:spcAft>
                <a:spcPts val="800"/>
              </a:spcAft>
              <a:defRPr sz="1700">
                <a:solidFill>
                  <a:srgbClr val="2B2523"/>
                </a:solidFill>
              </a:defRPr>
            </a:pPr>
            <a:r>
              <a:t>•  Draft your 90-day implementation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