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862633"/>
                </a:solidFill>
              </a:defRPr>
            </a:pPr>
            <a:r>
              <a:t>Day 1</a:t>
            </a:r>
          </a:p>
          <a:p>
            <a:pPr>
              <a:defRPr sz="2600">
                <a:solidFill>
                  <a:srgbClr val="2B2523"/>
                </a:solidFill>
              </a:defRPr>
            </a:pPr>
            <a:r>
              <a:t>Set Up — GitHub Course Builder</a:t>
            </a:r>
          </a:p>
          <a:p>
            <a:pPr>
              <a:defRPr sz="1600">
                <a:solidFill>
                  <a:srgbClr val="5E1A24"/>
                </a:solidFill>
              </a:defRPr>
            </a:pPr>
            <a:r>
              <a:t>Monday, July 27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94560"/>
            <a:ext cx="2743200" cy="5080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Today's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9:30 – 10:00 AM — Arrival, coffee, networking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10:00 – 10:30 AM — Welcome from TACC, agenda review &amp; introductions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10:30 – 12:30 PM — Tour of NAIRR; set up course-builder repos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12:30 – 1:30 PM — Lunch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1:30 – 2:00 PM — What's safe, what's not (AI &amp; shared repos)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2:00 – 2:15 PM — Scale-first design: why HPC?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2:15 – 3:00 PM — Creating and mapping your learning outcomes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Evening — All White Party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You'll Build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Create course-site (public) and course-toolkit (private) repos from the template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Clone both locally, side by side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Connect Claude Code (VS Code or Antigravity)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Send one test prompt to confirm the connection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Draft 3-5 learning outcomes, at least one HPC-based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