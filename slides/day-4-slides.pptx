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862633"/>
                </a:solidFill>
              </a:defRPr>
            </a:pPr>
            <a:r>
              <a:t>Day 4</a:t>
            </a:r>
          </a:p>
          <a:p>
            <a:pPr>
              <a:defRPr sz="2600">
                <a:solidFill>
                  <a:srgbClr val="2B2523"/>
                </a:solidFill>
              </a:defRPr>
            </a:pPr>
            <a:r>
              <a:t>Grading, Exams, Office Hours</a:t>
            </a:r>
          </a:p>
          <a:p>
            <a:pPr>
              <a:defRPr sz="1600">
                <a:solidFill>
                  <a:srgbClr val="5E1A24"/>
                </a:solidFill>
              </a:defRPr>
            </a:pPr>
            <a:r>
              <a:t>Thursday, July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194560"/>
            <a:ext cx="2743200" cy="5080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Today's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10:00 – 10:15 AM — Daily agenda review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10:15 – 10:30 AM — Grading scale &amp; rubrics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10:45 – 11:30 AM — Draft your exam scaffold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11:30 AM – 12:30 PM — FAQs with NotebookLM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12:30 – 1:30 PM — Lunch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1:30 – 2:00 PM — Office hours setup + Canva/Blackboard export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2:00 – 2:30 PM — NAIRR/TACC access language for your syllabus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2:30 – 3:00 PM — Finish building your module</a:t>
            </a:r>
          </a:p>
          <a:p>
            <a:pPr>
              <a:spcAft>
                <a:spcPts val="800"/>
              </a:spcAft>
              <a:defRPr sz="1500">
                <a:solidFill>
                  <a:srgbClr val="2B2523"/>
                </a:solidFill>
              </a:defRPr>
            </a:pPr>
            <a:r>
              <a:t>•  Evening — Mall trip + farewell dinner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You'll Build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Draft grading scale + assignment rubric + AI-use rubric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Build a midterm exam scaffold with answer key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Set up office hours booking link + policy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Fill in NAIRR/TACC access language in your syllabus</a:t>
            </a:r>
          </a:p>
          <a:p>
            <a:pPr>
              <a:spcAft>
                <a:spcPts val="800"/>
              </a:spcAft>
              <a:defRPr sz="1700">
                <a:solidFill>
                  <a:srgbClr val="2B2523"/>
                </a:solidFill>
              </a:defRPr>
            </a:pPr>
            <a:r>
              <a:t>•  Close any remaining gaps in your built module; leak-check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