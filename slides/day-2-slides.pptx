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37744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862633"/>
                </a:solidFill>
              </a:defRPr>
            </a:pPr>
            <a:r>
              <a:t>Day 2</a:t>
            </a:r>
          </a:p>
          <a:p>
            <a:pPr>
              <a:defRPr sz="2600">
                <a:solidFill>
                  <a:srgbClr val="2B2523"/>
                </a:solidFill>
              </a:defRPr>
            </a:pPr>
            <a:r>
              <a:t>HPC Acclimation + Curriculum Map</a:t>
            </a:r>
          </a:p>
          <a:p>
            <a:pPr>
              <a:defRPr sz="1600">
                <a:solidFill>
                  <a:srgbClr val="5E1A24"/>
                </a:solidFill>
              </a:defRPr>
            </a:pPr>
            <a:r>
              <a:t>Tuesday, July 28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2194560"/>
            <a:ext cx="2743200" cy="50800"/>
          </a:xfrm>
          <a:prstGeom prst="rect">
            <a:avLst/>
          </a:prstGeom>
          <a:solidFill>
            <a:srgbClr val="862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862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3716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Today's Schedule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B2523"/>
                </a:solidFill>
              </a:defRPr>
            </a:pPr>
            <a:r>
              <a:t>•  10:00 – 10:15 AM — Daily agenda review</a:t>
            </a:r>
          </a:p>
          <a:p>
            <a:pPr>
              <a:spcAft>
                <a:spcPts val="800"/>
              </a:spcAft>
              <a:defRPr sz="1500">
                <a:solidFill>
                  <a:srgbClr val="2B2523"/>
                </a:solidFill>
              </a:defRPr>
            </a:pPr>
            <a:r>
              <a:t>•  10:15 – 11:00 AM — Build your curriculum map &amp; schedule</a:t>
            </a:r>
          </a:p>
          <a:p>
            <a:pPr>
              <a:spcAft>
                <a:spcPts val="800"/>
              </a:spcAft>
              <a:defRPr sz="1500">
                <a:solidFill>
                  <a:srgbClr val="2B2523"/>
                </a:solidFill>
              </a:defRPr>
            </a:pPr>
            <a:r>
              <a:t>•  11:00 – 12:00 PM — Faculty Fellows Panel I</a:t>
            </a:r>
          </a:p>
          <a:p>
            <a:pPr>
              <a:spcAft>
                <a:spcPts val="800"/>
              </a:spcAft>
              <a:defRPr sz="1500">
                <a:solidFill>
                  <a:srgbClr val="2B2523"/>
                </a:solidFill>
              </a:defRPr>
            </a:pPr>
            <a:r>
              <a:t>•  12:00 – 12:30 PM — Draft your syllabus</a:t>
            </a:r>
          </a:p>
          <a:p>
            <a:pPr>
              <a:spcAft>
                <a:spcPts val="800"/>
              </a:spcAft>
              <a:defRPr sz="1500">
                <a:solidFill>
                  <a:srgbClr val="2B2523"/>
                </a:solidFill>
              </a:defRPr>
            </a:pPr>
            <a:r>
              <a:t>•  12:30 – 1:30 PM — Lunch</a:t>
            </a:r>
          </a:p>
          <a:p>
            <a:pPr>
              <a:spcAft>
                <a:spcPts val="800"/>
              </a:spcAft>
              <a:defRPr sz="1500">
                <a:solidFill>
                  <a:srgbClr val="2B2523"/>
                </a:solidFill>
              </a:defRPr>
            </a:pPr>
            <a:r>
              <a:t>•  1:30 – 3:00 PM — HPC Acclimation Module 1 (Tapis); Module Builder Part 1</a:t>
            </a:r>
          </a:p>
          <a:p>
            <a:pPr>
              <a:spcAft>
                <a:spcPts val="800"/>
              </a:spcAft>
              <a:defRPr sz="1500">
                <a:solidFill>
                  <a:srgbClr val="2B2523"/>
                </a:solidFill>
              </a:defRPr>
            </a:pPr>
            <a:r>
              <a:t>•  3:00 – 4:00 PM — Faculty Fellows Panel II</a:t>
            </a:r>
          </a:p>
          <a:p>
            <a:pPr>
              <a:spcAft>
                <a:spcPts val="800"/>
              </a:spcAft>
              <a:defRPr sz="1500">
                <a:solidFill>
                  <a:srgbClr val="2B2523"/>
                </a:solidFill>
              </a:defRPr>
            </a:pPr>
            <a:r>
              <a:t>•  Evening — Souvenir shop trip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862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3716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What You'll Build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B2523"/>
                </a:solidFill>
              </a:defRPr>
            </a:pPr>
            <a:r>
              <a:t>•  Sequence your outcomes into a full curriculum map</a:t>
            </a:r>
          </a:p>
          <a:p>
            <a:pPr>
              <a:spcAft>
                <a:spcPts val="800"/>
              </a:spcAft>
              <a:defRPr sz="1700">
                <a:solidFill>
                  <a:srgbClr val="2B2523"/>
                </a:solidFill>
              </a:defRPr>
            </a:pPr>
            <a:r>
              <a:t>•  Publish the public schedule (topics + due dates only)</a:t>
            </a:r>
          </a:p>
          <a:p>
            <a:pPr>
              <a:spcAft>
                <a:spcPts val="800"/>
              </a:spcAft>
              <a:defRPr sz="1700">
                <a:solidFill>
                  <a:srgbClr val="2B2523"/>
                </a:solidFill>
              </a:defRPr>
            </a:pPr>
            <a:r>
              <a:t>•  Draft your syllabus skeleton, placeholders marked for later content</a:t>
            </a:r>
          </a:p>
          <a:p>
            <a:pPr>
              <a:spcAft>
                <a:spcPts val="800"/>
              </a:spcAft>
              <a:defRPr sz="1700">
                <a:solidFill>
                  <a:srgbClr val="2B2523"/>
                </a:solidFill>
              </a:defRPr>
            </a:pPr>
            <a:r>
              <a:t>•  Pick one module and build its lecture outline + slide deck</a:t>
            </a:r>
          </a:p>
          <a:p>
            <a:pPr>
              <a:spcAft>
                <a:spcPts val="800"/>
              </a:spcAft>
              <a:defRPr sz="1700">
                <a:solidFill>
                  <a:srgbClr val="2B2523"/>
                </a:solidFill>
              </a:defRPr>
            </a:pPr>
            <a:r>
              <a:t>•  Get hands-on with Tapis for the first time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